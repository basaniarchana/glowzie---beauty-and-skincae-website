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67" r:id="rId2"/>
    <p:sldId id="256" r:id="rId3"/>
    <p:sldId id="257" r:id="rId4"/>
    <p:sldId id="258" r:id="rId5"/>
    <p:sldId id="259" r:id="rId6"/>
    <p:sldId id="264" r:id="rId7"/>
    <p:sldId id="261" r:id="rId8"/>
    <p:sldId id="262" r:id="rId9"/>
    <p:sldId id="263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chanapatel6267@outlook.com" userId="7236bb56e6b7d64c" providerId="LiveId" clId="{8CB2F4B8-1BA2-44B9-8C71-C786EA78E051}"/>
    <pc:docChg chg="modSld sldOrd">
      <pc:chgData name="archanapatel6267@outlook.com" userId="7236bb56e6b7d64c" providerId="LiveId" clId="{8CB2F4B8-1BA2-44B9-8C71-C786EA78E051}" dt="2025-07-31T08:04:46.142" v="10"/>
      <pc:docMkLst>
        <pc:docMk/>
      </pc:docMkLst>
      <pc:sldChg chg="ord">
        <pc:chgData name="archanapatel6267@outlook.com" userId="7236bb56e6b7d64c" providerId="LiveId" clId="{8CB2F4B8-1BA2-44B9-8C71-C786EA78E051}" dt="2025-07-31T06:37:55.972" v="1"/>
        <pc:sldMkLst>
          <pc:docMk/>
          <pc:sldMk cId="0" sldId="256"/>
        </pc:sldMkLst>
      </pc:sldChg>
      <pc:sldChg chg="ord">
        <pc:chgData name="archanapatel6267@outlook.com" userId="7236bb56e6b7d64c" providerId="LiveId" clId="{8CB2F4B8-1BA2-44B9-8C71-C786EA78E051}" dt="2025-07-31T08:04:46.142" v="10"/>
        <pc:sldMkLst>
          <pc:docMk/>
          <pc:sldMk cId="0" sldId="259"/>
        </pc:sldMkLst>
      </pc:sldChg>
      <pc:sldChg chg="ord">
        <pc:chgData name="archanapatel6267@outlook.com" userId="7236bb56e6b7d64c" providerId="LiveId" clId="{8CB2F4B8-1BA2-44B9-8C71-C786EA78E051}" dt="2025-07-31T07:59:02.319" v="8"/>
        <pc:sldMkLst>
          <pc:docMk/>
          <pc:sldMk cId="0" sldId="264"/>
        </pc:sldMkLst>
      </pc:sldChg>
      <pc:sldChg chg="modSp mod">
        <pc:chgData name="archanapatel6267@outlook.com" userId="7236bb56e6b7d64c" providerId="LiveId" clId="{8CB2F4B8-1BA2-44B9-8C71-C786EA78E051}" dt="2025-07-31T06:38:55.456" v="2" actId="1076"/>
        <pc:sldMkLst>
          <pc:docMk/>
          <pc:sldMk cId="1623388818" sldId="267"/>
        </pc:sldMkLst>
        <pc:picChg chg="mod">
          <ac:chgData name="archanapatel6267@outlook.com" userId="7236bb56e6b7d64c" providerId="LiveId" clId="{8CB2F4B8-1BA2-44B9-8C71-C786EA78E051}" dt="2025-07-31T06:38:55.456" v="2" actId="1076"/>
          <ac:picMkLst>
            <pc:docMk/>
            <pc:sldMk cId="1623388818" sldId="267"/>
            <ac:picMk id="5" creationId="{A9353DF9-DF23-4273-E1D7-E4477DF1D9A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1205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18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83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59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143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35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80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9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236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384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2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218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732F2F-AA8F-31D1-3D1B-5B78AA6C4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506" y="4710144"/>
            <a:ext cx="8236862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Glowzie - Beauty &amp; Self-Care Website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353DF9-DF23-4273-E1D7-E4477DF1D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781" y="484783"/>
            <a:ext cx="5132438" cy="356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88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Glowzie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Radiate Confidence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your confidence clearly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your face, actions, and attitude.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when someone feels good about themselves, they naturally look happy, strong, and proud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B.BINDU REDDY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B. ARCHANA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SHALU PANDEY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A. SRINITHYA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31-7-2025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225" y="1892432"/>
            <a:ext cx="5557405" cy="4043516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"Everyone has the right to look beautiful — and each person is beautiful in their own way.“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Glowzie is a beauty and self-care website.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makeup, skincare, and hair styling.</a:t>
            </a:r>
          </a:p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Helps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everyone feel confident and beautiful.</a:t>
            </a:r>
          </a:p>
        </p:txBody>
      </p:sp>
      <p:pic>
        <p:nvPicPr>
          <p:cNvPr id="1026" name="Picture 2" descr="1,131,199 Beauty Wellness Stock Photos - Free &amp; Royalty-Free Stock Photos  from Dreamstime">
            <a:extLst>
              <a:ext uri="{FF2B5EF4-FFF2-40B4-BE49-F238E27FC236}">
                <a16:creationId xmlns:a16="http://schemas.microsoft.com/office/drawing/2014/main" id="{833C1180-0B2B-AF64-8361-E5C328383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753" y="3274598"/>
            <a:ext cx="3031021" cy="266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010" y="133418"/>
            <a:ext cx="7543800" cy="145075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010" y="1854723"/>
            <a:ext cx="8303342" cy="4525963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easy access to beauty services.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portfolio through gallery.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users to contact easily.</a:t>
            </a:r>
          </a:p>
        </p:txBody>
      </p:sp>
      <p:pic>
        <p:nvPicPr>
          <p:cNvPr id="2050" name="Picture 2" descr="Beauty Parlour Management System – Student Project Guidance &amp; Development">
            <a:extLst>
              <a:ext uri="{FF2B5EF4-FFF2-40B4-BE49-F238E27FC236}">
                <a16:creationId xmlns:a16="http://schemas.microsoft.com/office/drawing/2014/main" id="{1054F070-1752-E854-6953-513B23EF77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783"/>
          <a:stretch>
            <a:fillRect/>
          </a:stretch>
        </p:blipFill>
        <p:spPr bwMode="auto">
          <a:xfrm>
            <a:off x="718363" y="3526143"/>
            <a:ext cx="6754762" cy="2616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041" y="2246409"/>
            <a:ext cx="7668705" cy="3158613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Home: Welcome and branding.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About: Mission and values.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Services: Makeup, skincare, hair.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Gallery: Showcase work.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 your Skin: It gives solution for our skin problem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Contact: User inquiry form.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and CSS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interaction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Responsive design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Lightweight and mobile-friendly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Makeup: Events and photoshoots.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Skincare: Facials and consultations.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Hair Styling: Cuts, color, and styles.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D6E3B-B597-A3C9-B32B-726F3837D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605" y="3429000"/>
            <a:ext cx="6202837" cy="29077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Gallery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Bridal makeup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Nail art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Hairstyling visuals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AE51AA-FC4E-92E9-2A3B-FF6943839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37" y="3271101"/>
            <a:ext cx="7571946" cy="2606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Name, Email, and Message fields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form to get in touch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8AA8B-76ED-BFAD-E4C1-396E00910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497" y="3048001"/>
            <a:ext cx="5083277" cy="28415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589B8-D116-B016-5F82-AE8CA49DF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 your Skin (Tips)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034B4-E563-9397-B382-0C9C46F5F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365" y="1845734"/>
            <a:ext cx="8710367" cy="439481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the fields included 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Skin type : it gives options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Oily, Dry, Sensitive.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Skin Concern: it gives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Acne, Aging, Dullness, Redness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E4BAB7-63B5-82FF-B5A1-495D8CD1D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380" y="1961939"/>
            <a:ext cx="450532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117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036" y="1913641"/>
            <a:ext cx="8502976" cy="4455074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beauty services with ease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Informative and accessible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access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and contact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“We believe that beauty begins with self-care. Through our project, we aim to support individuals with their journey to feel beautiful in their own skin — because when you feel good, you shine brighter.”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245</TotalTime>
  <Words>338</Words>
  <Application>Microsoft Office PowerPoint</Application>
  <PresentationFormat>On-screen Show (4:3)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Retrospect</vt:lpstr>
      <vt:lpstr>PowerPoint Presentation</vt:lpstr>
      <vt:lpstr>              Glowzie </vt:lpstr>
      <vt:lpstr>Introduction</vt:lpstr>
      <vt:lpstr>Objectives</vt:lpstr>
      <vt:lpstr>Website Features</vt:lpstr>
      <vt:lpstr>Technologies Used</vt:lpstr>
      <vt:lpstr>Services Section</vt:lpstr>
      <vt:lpstr>Gallery</vt:lpstr>
      <vt:lpstr>Contact Us</vt:lpstr>
      <vt:lpstr>Know your Skin (Tips)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Archana</dc:creator>
  <cp:keywords/>
  <dc:description>generated using python-pptx</dc:description>
  <cp:lastModifiedBy>archanapatel6267@outlook.com</cp:lastModifiedBy>
  <cp:revision>5</cp:revision>
  <dcterms:created xsi:type="dcterms:W3CDTF">2013-01-27T09:14:16Z</dcterms:created>
  <dcterms:modified xsi:type="dcterms:W3CDTF">2025-07-31T08:04:54Z</dcterms:modified>
  <cp:category/>
</cp:coreProperties>
</file>